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 TECH GIANT Presentation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 Development</a:t>
            </a:r>
          </a:p>
          <a:p>
            <a:r>
              <a:t>Web Development</a:t>
            </a:r>
          </a:p>
          <a:p>
            <a:r>
              <a:t>Software Development</a:t>
            </a:r>
          </a:p>
          <a:p>
            <a:r>
              <a:t>Game Development</a:t>
            </a:r>
          </a:p>
          <a:p>
            <a:r>
              <a:t>Sample Slide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